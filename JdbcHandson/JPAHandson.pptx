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0537-C15C-4B97-9D4E-606A993FA51B}" type="datetimeFigureOut">
              <a:rPr lang="en-IN" smtClean="0"/>
              <a:t>30-05-2023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112F0-6DEE-4ED1-8D00-94ED184AB3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306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0537-C15C-4B97-9D4E-606A993FA51B}" type="datetimeFigureOut">
              <a:rPr lang="en-IN" smtClean="0"/>
              <a:t>30-05-2023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112F0-6DEE-4ED1-8D00-94ED184AB3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598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0537-C15C-4B97-9D4E-606A993FA51B}" type="datetimeFigureOut">
              <a:rPr lang="en-IN" smtClean="0"/>
              <a:t>30-05-2023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112F0-6DEE-4ED1-8D00-94ED184AB3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5843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0537-C15C-4B97-9D4E-606A993FA51B}" type="datetimeFigureOut">
              <a:rPr lang="en-IN" smtClean="0"/>
              <a:t>30-05-2023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112F0-6DEE-4ED1-8D00-94ED184AB3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898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0537-C15C-4B97-9D4E-606A993FA51B}" type="datetimeFigureOut">
              <a:rPr lang="en-IN" smtClean="0"/>
              <a:t>30-05-2023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112F0-6DEE-4ED1-8D00-94ED184AB3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309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0537-C15C-4B97-9D4E-606A993FA51B}" type="datetimeFigureOut">
              <a:rPr lang="en-IN" smtClean="0"/>
              <a:t>30-05-2023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112F0-6DEE-4ED1-8D00-94ED184AB3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5208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0537-C15C-4B97-9D4E-606A993FA51B}" type="datetimeFigureOut">
              <a:rPr lang="en-IN" smtClean="0"/>
              <a:t>30-05-2023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112F0-6DEE-4ED1-8D00-94ED184AB3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333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0537-C15C-4B97-9D4E-606A993FA51B}" type="datetimeFigureOut">
              <a:rPr lang="en-IN" smtClean="0"/>
              <a:t>30-05-2023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112F0-6DEE-4ED1-8D00-94ED184AB3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67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0537-C15C-4B97-9D4E-606A993FA51B}" type="datetimeFigureOut">
              <a:rPr lang="en-IN" smtClean="0"/>
              <a:t>30-05-2023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112F0-6DEE-4ED1-8D00-94ED184AB3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410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0537-C15C-4B97-9D4E-606A993FA51B}" type="datetimeFigureOut">
              <a:rPr lang="en-IN" smtClean="0"/>
              <a:t>30-05-2023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112F0-6DEE-4ED1-8D00-94ED184AB3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6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80537-C15C-4B97-9D4E-606A993FA51B}" type="datetimeFigureOut">
              <a:rPr lang="en-IN" smtClean="0"/>
              <a:t>30-05-2023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112F0-6DEE-4ED1-8D00-94ED184AB3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196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980537-C15C-4B97-9D4E-606A993FA51B}" type="datetimeFigureOut">
              <a:rPr lang="en-IN" smtClean="0"/>
              <a:t>30-05-2023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5112F0-6DEE-4ED1-8D00-94ED184AB3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430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/>
          <p:cNvPicPr/>
          <p:nvPr/>
        </p:nvPicPr>
        <p:blipFill rotWithShape="1">
          <a:blip r:embed="rId2"/>
          <a:srcRect l="13566" t="11076" r="21511" b="20203"/>
          <a:stretch/>
        </p:blipFill>
        <p:spPr bwMode="auto">
          <a:xfrm>
            <a:off x="411251" y="781512"/>
            <a:ext cx="10404906" cy="44762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37016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1</cp:revision>
  <dcterms:created xsi:type="dcterms:W3CDTF">2023-05-30T09:11:18Z</dcterms:created>
  <dcterms:modified xsi:type="dcterms:W3CDTF">2023-05-30T09:11:43Z</dcterms:modified>
</cp:coreProperties>
</file>